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Gestão de Riscos Psicossociais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Mapeamento preditivo, estatística avançada e planos de ação para transformar a saúde mental do seu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Desafio do RH Moderno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 Problema: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Pesquisas de clima rasas não geram dados acionáveis.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Dificuldade em rastrear se o problema é estrutural ou de um setor específico.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Falta de ferramentas que acompanhem a mitigação do risco de ponta a ponta.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Risco jurídico no tratamento de dados sensíveis (LGPD).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 Nossa Solução: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Uma plataforma centralizada com inteligência estatística determinística e totalmente offline.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Foco em Probabilidade e Impacto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Pesquisas Direcionadas (Surveys)</a:t>
            </a:r>
          </a:p>
        </p:txBody>
      </p:sp>
      <p:pic>
        <p:nvPicPr>
          <p:cNvPr id="3" name="Picture 2" descr="surv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Coleta de Dados Precisos: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Interface fluida que estimula o engajamento do colaborador.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Avaliação em Duas Dimensões: O funcionário aponta a Probabilidade (frequência) e o Impacto (severidade) do risco.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Mapeia a raiz do problema (ex: carga horária, suporte, clareza).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Dashboard e Motor Analítico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Estatística além das 'médias':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Cálculo de Polarização: Identifica se há disparidade no ambiente (ex: saudáveis ao lado de pessoas em burnout) através do Desvio Padrão.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Confiabilidade da Amostra: Utiliza o Alfa de Cronbach para garantir que a pesquisa faz sentido.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Matriz de Riscos de fácil visualização gerencial.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Planos de Ação (Kanban)</a:t>
            </a:r>
          </a:p>
        </p:txBody>
      </p:sp>
      <p:pic>
        <p:nvPicPr>
          <p:cNvPr id="3" name="Picture 2" descr="action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Do Diagnóstico à Solução: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O risco foi detectado. E agora? Transforme-o em uma tarefa de mitigação.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Painel Kanban visual (Aberto, Em Andamento, Resolvido).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Designe responsáveis e defina prazos para a melhoria do clima e retenção de talentos.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Diferenciais Exclusivos (Privacidade e LGPD)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• Privacidade By Design: Nosso sistema impossibilita o rastreio individual. As respostas são vinculadas apenas ao Setor da empresa.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Segurança 100% Autônoma: Todo o processamento matemático acontece de forma fechada no sistema.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Sem Vazamento de Dados: NÃO enviamos as informações sensíveis de saúde mental dos seus colaboradores para IAs públicas como o ChatGPT.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SaaS Web Prático: Rápida implementação sem burocracias de infraestrutura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